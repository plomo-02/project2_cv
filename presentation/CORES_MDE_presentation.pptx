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087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CORES for Monocular Depth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9718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4F0"/>
                </a:solidFill>
              </a:defRPr>
            </a:pPr>
            <a:r>
              <a:t>Computer Vision — Project 2</a:t>
            </a:r>
            <a:br/>
            <a:r>
              <a:t>Names and student IDs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Problem and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Monocular depth models can produce plausible predictions outside their training domain.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Train a lightweight depth estimator on indoor NYU Depth v2.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Treat outdoor KITTI as out-of-distribution.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Question: can signed convolutional responses reliably detect the shift?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Experimental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NYU RGB → FastDepth-style MobileNetV2 → signed responses → CORES score.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42,826 train / 4,758 validation / 654 NYU test images.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1,000 KITTI OOD images; common RGB resolution 224 × 304.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Depth: RMSE, AbsRel, δ1–δ3. OOD: AUROC and FPR95.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Depth-estimation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2.39M parameters; MobileNetV2 encoder and depthwise FastDepth-style decoder.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AdamW, masked metric L1, mixed precision, 20 epochs.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Best checkpoint selected at epoch 19 using NYU validation only.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KITTI OOD: RMSE 9.8854, AbsRel 0.6912, δ1 0.0792 at 0–80 m.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Recovery checkpoints make long Kaggle runs resumable.</a:t>
            </a:r>
          </a:p>
        </p:txBody>
      </p:sp>
      <p:pic>
        <p:nvPicPr>
          <p:cNvPr id="4" name="Picture 3" descr="01_fastdepth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5943600" cy="2044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CORES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For every kernel: signed spatial maximum and minimum.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Magnitude measures distance beyond calibrated positive/negative thresholds.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Frequency measures how often thresholds are crossed.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Classifier backtracking has no direct dense-regression analogue: evaluate all channels and a 20% extreme-channel variant.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Where is the OOD signal?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Early encoder: AUROC 0.9897, FPR95 0.044.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Middle encoder: AUROC 0.9999, FPR95 0.001.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Late encoder: AUROC 0.9028, FPR95 0.466.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Late decoder: AUROC 0.5144, FPR95 0.798.</a:t>
            </a:r>
          </a:p>
        </p:txBody>
      </p:sp>
      <p:pic>
        <p:nvPicPr>
          <p:cNvPr id="4" name="Picture 3" descr="04_cores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5943600" cy="4998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Main result: magnitude is sufficient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Middle encoder, magnitude-only: AUROC 0.999943 and FPR95 0.000.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Response frequency slightly degrades detection.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The decoder is close to random.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Intermediate encoder responses retain the strongest domain information.</a:t>
            </a:r>
          </a:p>
        </p:txBody>
      </p:sp>
      <p:pic>
        <p:nvPicPr>
          <p:cNvPr id="4" name="Picture 3" descr="05_cores_componen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5943600" cy="60626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Controls: not just colour or random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Trained FastDepth: 0.99994 / 0.000.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ImageNet encoder without depth training: 0.91886 / 0.324.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Random encoder: 0.45062 / 1.000.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RGB Mahalanobis baseline: 0.82283 / 0.759.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Depth training creates most of the useful response separation.</a:t>
            </a:r>
          </a:p>
        </p:txBody>
      </p:sp>
      <p:pic>
        <p:nvPicPr>
          <p:cNvPr id="4" name="Picture 3" descr="06_cores_robustness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5943600" cy="2901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Multi-layer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All-layer mean: 0.999737 / 0.001.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Encoder-only mean: 0.999884 / 0.000.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Removing middle encoder: 0.987777 / 0.052.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No aggregation beats middle magnitude-only.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Pure synthetic noise saturates the weighting criterion.</a:t>
            </a:r>
          </a:p>
        </p:txBody>
      </p:sp>
      <p:pic>
        <p:nvPicPr>
          <p:cNvPr id="4" name="Picture 3" descr="07_cores_multilayer_aggr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5943600" cy="2051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Calibration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Five seeds × five calibration-set sizes.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Only 16 ID images: mean AUROC 0.999943.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FPR95 remains zero in all 25 trials.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Synthetic threshold protocol: AUROC 0.99868, FPR95 0.007.</a:t>
            </a:r>
          </a:p>
        </p:txBody>
      </p:sp>
      <p:pic>
        <p:nvPicPr>
          <p:cNvPr id="4" name="Picture 3" descr="08_cores_calibration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5943600" cy="2044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Architecture ablation: ResNet18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ResNet18: 11.38M parameters versus MobileNetV2's 2.39M.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NYU-test delta1 improves from 0.7181 to 0.7652.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Middle-magnitude CORES falls from 0.999943 / 0.000 to 0.834523 / 0.499.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ImageNet-only ResNet18 is stronger than its depth-trained version.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Depth quality does not predict OOD quality; the response signal is architecture-dependent.</a:t>
            </a:r>
          </a:p>
        </p:txBody>
      </p:sp>
      <p:pic>
        <p:nvPicPr>
          <p:cNvPr id="4" name="Picture 3" descr="09_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5943600" cy="1876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Failure cases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NYU indoor versus KITTI roads is a broad, visually easy domain shift.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The NYU model is capped at 10 m, so KITTI metric depth deteriorates sharply.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Gaussian near-OOD corruption: AUROC 0.94273, FPR95 0.388.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One trained checkpoint per architecture; parameter count is not isolated.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FastDepth-style MobileNetV2, not an exact MobileNetV1 reproduction.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Dense-prediction channel selection is an explicit adaptation of CORES.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E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CORES transfers effectively from classification to dense depth estimation.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The middle encoder magnitude is the simplest and strongest detector.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Weak late/decoder layers can dilute multi-layer aggregation.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The result is stable, but naturally occurring near-OOD remains open.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ResNet18 confirms that near-perfect CORES separation is not universal.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Repository contains notebook, checkpoints, raw tables, figures, tests and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